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A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mara_grou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432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5F0E8"/>
                </a:solidFill>
                <a:latin typeface="Georgia"/>
              </a:defRPr>
            </a:pPr>
            <a:r>
              <a:t>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5F0E8"/>
                </a:solidFill>
                <a:latin typeface="Arial"/>
              </a:defRPr>
            </a:pPr>
            <a:r>
              <a:t>COLLECTION — SS26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480560"/>
            <a:ext cx="4114800" cy="12700"/>
          </a:xfrm>
          <a:prstGeom prst="rect">
            <a:avLst/>
          </a:prstGeom>
          <a:solidFill>
            <a:srgbClr val="8A8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847C"/>
                </a:solidFill>
                <a:latin typeface="Arial"/>
              </a:defRPr>
            </a:pPr>
            <a:r>
              <a:t>ASMARA INDIA  ·  SUSTAINABLE FABRICS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A847C"/>
                </a:solidFill>
              </a:defRPr>
            </a:pPr>
            <a:r>
              <a:t>4 STYLES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5F0E8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74320"/>
            <a:ext cx="25400" cy="548640"/>
          </a:xfrm>
          <a:prstGeom prst="rect">
            <a:avLst/>
          </a:prstGeom>
          <a:solidFill>
            <a:srgbClr val="8A8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0E8"/>
                </a:solidFill>
                <a:latin typeface="Georgia"/>
              </a:defRPr>
            </a:pPr>
            <a:r>
              <a:t>LIGHT BLUE RIBBED KNIT LONG-SLEEVED POLO SHIRT</a:t>
            </a:r>
          </a:p>
        </p:txBody>
      </p:sp>
      <p:pic>
        <p:nvPicPr>
          <p:cNvPr id="7" name="Picture 6" descr="asmara_grou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37160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47C"/>
                </a:solidFill>
                <a:latin typeface="Georgia"/>
              </a:defRPr>
            </a:pPr>
            <a:r>
              <a:t>AFS-4373  ·  100%COTTON  ·  202 GSM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" y="1325880"/>
            <a:ext cx="3520440" cy="4663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0260406_095111_process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" y="1371600"/>
            <a:ext cx="34290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" y="6035040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53D"/>
                </a:solidFill>
                <a:latin typeface="Arial"/>
              </a:defRPr>
            </a:pPr>
            <a:r>
              <a:t>F R O N 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1940" y="1325880"/>
            <a:ext cx="3520440" cy="4663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0260406_095154_proc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1371600"/>
            <a:ext cx="3429000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91940" y="6035040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53D"/>
                </a:solidFill>
                <a:latin typeface="Arial"/>
              </a:defRPr>
            </a:pPr>
            <a:r>
              <a:t>B A C 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6830" y="1325880"/>
            <a:ext cx="1805940" cy="2377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0260406_095116_process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1371600"/>
            <a:ext cx="1714500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55279" y="44348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REF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434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A453D"/>
                </a:solidFill>
                <a:latin typeface="Arial"/>
              </a:defRPr>
            </a:pPr>
            <a:r>
              <a:t>AFS-4373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6908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6908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A453D"/>
                </a:solidFill>
                <a:latin typeface="Arial"/>
              </a:defRPr>
            </a:pPr>
            <a:r>
              <a:t>100%COTTON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94690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GSM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9469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A453D"/>
                </a:solidFill>
                <a:latin typeface="Arial"/>
              </a:defRPr>
            </a:pPr>
            <a:r>
              <a:t>202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20293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REMARKS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2029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A453D"/>
                </a:solidFill>
                <a:latin typeface="Arial"/>
              </a:defRPr>
            </a:pPr>
            <a:r>
              <a:t>ASMT202604002341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45896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4589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A453D"/>
                </a:solidFill>
                <a:latin typeface="Arial"/>
              </a:defRPr>
            </a:pPr>
            <a:r>
              <a:t>06-04-2026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A847C"/>
                </a:solidFill>
                <a:latin typeface="Arial"/>
              </a:defRPr>
            </a:pPr>
            <a:r>
              <a:t>ASMARA INDIA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A847C"/>
                </a:solidFill>
                <a:latin typeface="Arial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5F0E8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74320"/>
            <a:ext cx="25400" cy="548640"/>
          </a:xfrm>
          <a:prstGeom prst="rect">
            <a:avLst/>
          </a:prstGeom>
          <a:solidFill>
            <a:srgbClr val="8A8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0E8"/>
                </a:solidFill>
                <a:latin typeface="Georgia"/>
              </a:defRPr>
            </a:pPr>
            <a:r>
              <a:t>OLIVE GREEN SOLID POLO SHIRT</a:t>
            </a:r>
          </a:p>
        </p:txBody>
      </p:sp>
      <p:pic>
        <p:nvPicPr>
          <p:cNvPr id="7" name="Picture 6" descr="asmara_grou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37160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47C"/>
                </a:solidFill>
                <a:latin typeface="Georgia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434340" y="1325880"/>
            <a:ext cx="3520440" cy="4663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0260406_095310_process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" y="1371600"/>
            <a:ext cx="34290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" y="6035040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53D"/>
                </a:solidFill>
                <a:latin typeface="Arial"/>
              </a:defRPr>
            </a:pPr>
            <a:r>
              <a:t>F R O N 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1940" y="1325880"/>
            <a:ext cx="3520440" cy="4663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0260406_095356_proc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1371600"/>
            <a:ext cx="3429000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91940" y="6035040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53D"/>
                </a:solidFill>
                <a:latin typeface="Arial"/>
              </a:defRPr>
            </a:pPr>
            <a:r>
              <a:t>B A C 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6830" y="1325880"/>
            <a:ext cx="1805940" cy="2377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0260406_095318_process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1371600"/>
            <a:ext cx="1714500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55279" y="44348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REF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6908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94690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GSM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20293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REMARKS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45896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A847C"/>
                </a:solidFill>
                <a:latin typeface="Arial"/>
              </a:defRPr>
            </a:pPr>
            <a:r>
              <a:t>ASMARA INDIA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A847C"/>
                </a:solidFill>
                <a:latin typeface="Arial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5F0E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74320"/>
            <a:ext cx="25400" cy="548640"/>
          </a:xfrm>
          <a:prstGeom prst="rect">
            <a:avLst/>
          </a:prstGeom>
          <a:solidFill>
            <a:srgbClr val="8A8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0E8"/>
                </a:solidFill>
                <a:latin typeface="Georgia"/>
              </a:defRPr>
            </a:pPr>
            <a:r>
              <a:t>SLATE BLUE SOLID POLO SHIRT</a:t>
            </a:r>
          </a:p>
        </p:txBody>
      </p:sp>
      <p:pic>
        <p:nvPicPr>
          <p:cNvPr id="7" name="Picture 6" descr="asmara_grou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37160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47C"/>
                </a:solidFill>
                <a:latin typeface="Georgia"/>
              </a:defRPr>
            </a:pPr>
            <a:r>
              <a:t>ASM-NXT-003  ·  55.3% RECYCLED POLYESTER, 44.7% ORGANIC COTTON  ·  202 GSM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" y="1325880"/>
            <a:ext cx="3520440" cy="4663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0260406_095457_process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" y="1371600"/>
            <a:ext cx="34290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" y="6035040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53D"/>
                </a:solidFill>
                <a:latin typeface="Arial"/>
              </a:defRPr>
            </a:pPr>
            <a:r>
              <a:t>F R O N 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1940" y="1325880"/>
            <a:ext cx="3520440" cy="4663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0260406_095543_proc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1371600"/>
            <a:ext cx="3429000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91940" y="6035040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53D"/>
                </a:solidFill>
                <a:latin typeface="Arial"/>
              </a:defRPr>
            </a:pPr>
            <a:r>
              <a:t>B A C 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6830" y="1325880"/>
            <a:ext cx="1805940" cy="2377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0260406_095500_process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1371600"/>
            <a:ext cx="1714500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55279" y="44348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REF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434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A453D"/>
                </a:solidFill>
                <a:latin typeface="Arial"/>
              </a:defRPr>
            </a:pPr>
            <a:r>
              <a:t>ASM-NXT-003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6908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6908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A453D"/>
                </a:solidFill>
                <a:latin typeface="Arial"/>
              </a:defRPr>
            </a:pPr>
            <a:r>
              <a:t>55.3% RECYCLED POLYESTER, 44.7% ORGANIC COTTON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94690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GSM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9469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A453D"/>
                </a:solidFill>
                <a:latin typeface="Arial"/>
              </a:defRPr>
            </a:pPr>
            <a:r>
              <a:t>202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20293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REMARKS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2029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A453D"/>
                </a:solidFill>
                <a:latin typeface="Arial"/>
              </a:defRPr>
            </a:pPr>
            <a:r>
              <a:t>AFS-4357, ASMT202603002246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45896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4589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A453D"/>
                </a:solidFill>
                <a:latin typeface="Arial"/>
              </a:defRPr>
            </a:pPr>
            <a:r>
              <a:t>30-03-2026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A847C"/>
                </a:solidFill>
                <a:latin typeface="Arial"/>
              </a:defRPr>
            </a:pPr>
            <a:r>
              <a:t>ASMARA INDIA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A847C"/>
                </a:solidFill>
                <a:latin typeface="Arial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5F0E8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74320"/>
            <a:ext cx="25400" cy="548640"/>
          </a:xfrm>
          <a:prstGeom prst="rect">
            <a:avLst/>
          </a:prstGeom>
          <a:solidFill>
            <a:srgbClr val="8A8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0E8"/>
                </a:solidFill>
                <a:latin typeface="Georgia"/>
              </a:defRPr>
            </a:pPr>
            <a:r>
              <a:t>BROWN SOLID LONG-SLEEVE POLO SHIRT</a:t>
            </a:r>
          </a:p>
        </p:txBody>
      </p:sp>
      <p:pic>
        <p:nvPicPr>
          <p:cNvPr id="7" name="Picture 6" descr="asmara_grou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37160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47C"/>
                </a:solidFill>
                <a:latin typeface="Georgia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434340" y="1325880"/>
            <a:ext cx="3520440" cy="4663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0260406_095657_process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" y="1371600"/>
            <a:ext cx="34290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" y="6035040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53D"/>
                </a:solidFill>
                <a:latin typeface="Arial"/>
              </a:defRPr>
            </a:pPr>
            <a:r>
              <a:t>F R O N 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1940" y="1325880"/>
            <a:ext cx="3520440" cy="4663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0260406_095734_proc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1371600"/>
            <a:ext cx="3429000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91940" y="6035040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453D"/>
                </a:solidFill>
                <a:latin typeface="Arial"/>
              </a:defRPr>
            </a:pPr>
            <a:r>
              <a:t>B A C 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6830" y="1325880"/>
            <a:ext cx="1805940" cy="2377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0260406_095700_process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1371600"/>
            <a:ext cx="1714500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55279" y="44348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REF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6908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94690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GSM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20293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REMARKS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45896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A453D"/>
                </a:solidFill>
                <a:latin typeface="Arial"/>
              </a:defRPr>
            </a:pPr>
            <a:r>
              <a:t>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A847C"/>
                </a:solidFill>
                <a:latin typeface="Arial"/>
              </a:defRPr>
            </a:pPr>
            <a:r>
              <a:t>ASMARA INDIA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A847C"/>
                </a:solidFill>
                <a:latin typeface="Arial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