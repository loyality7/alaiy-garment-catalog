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1945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ELEMENTS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114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— SS26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11480" y="4160520"/>
            <a:ext cx="5029200" cy="22860"/>
          </a:xfrm>
          <a:prstGeom prst="rect">
            <a:avLst/>
          </a:prstGeom>
          <a:solidFill>
            <a:srgbClr val="8A7968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  ·  SUSTAINABLE FABRICS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STYLES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1_Blue-Stripe-Polo-White-Collar/Blue-Stripe-Polo-White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1_Blue-Stripe-Polo-White-Collar/Blue-Stripe-Polo-White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1_Blue-Stripe-Polo-White-Collar/Blue-Stripe-Polo-White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ASM-NXT-003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 Recycled Polyester, 44.7% Organic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AFS-4357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STRIPE POLO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ASM-NXT-003  ·  55.3% Recycled Polyester, 44.7% Organic Cotton  ·  202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2_Olive-Polo-Navy-Blanket-Collar/Olive-Polo-Navy-Blanket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2_Olive-Polo-Navy-Blanket-Collar/Olive-Polo-Navy-Blanket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2_Olive-Polo-Navy-Blanket-Collar/Olive-Polo-Navy-Blanket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AFS-4371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06-04-2026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 POLO — NAVY BLANKET COLLAR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AFS-4371  ·  100% Cotton  ·  222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3_Steel-Blue-Polo-Black-Stripe-Collar/Steel-Blue-Polo-Black-Stripe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3_Steel-Blue-Polo-Black-Stripe-Collar/Steel-Blue-Polo-Black-Stripe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3_Steel-Blue-Polo-Black-Stripe-Collar/Steel-Blue-Polo-Black-Stripe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06-04-2026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BLUE POLO — BLACK STRIPE COLLAR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AFS-4372  ·  100% Cotton  ·  340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4_Brown-Polo-White-Collar/Brown-Polo-White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4_Brown-Polo-White-Collar/Brown-Polo-White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4_Brown-Polo-White-Collar/Brown-Polo-White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06-04-2026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BROWN POLO — WHITE COLLAR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AFS-4373  ·  100% Cotton  ·  202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5_Dark-Teal-Polo-White-Stripe/Dark-Teal-Polo-White-Stripe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5_Dark-Teal-Polo-White-Stripe/Dark-Teal-Polo-White-Stripe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5_Dark-Teal-Polo-White-Stripe/Dark-Teal-Polo-White-Stripe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AU-BOG-005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Organic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AFS-4316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TEAL POLO — WHITE STRIPE HEM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AU-BOG-005  ·  100% Organic Cotton  ·  180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6_Navy-Polo-Jacquard-Collar/Navy-Polo-Jacquard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6_Navy-Polo-Jacquard-Collar/Navy-Polo-Jacquard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6_Navy-Polo-Jacquard-Collar/Navy-Polo-Jacquard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TT-BOG-001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Organic Cotton, 5% Elastane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AFS-4312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NAVY POLO — JACQUARD COLLAR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TT-BOG-001  ·  95% Organic Cotton, 5% Elastane  ·  220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7_Blush-Tee-Bass-Pro-Graphic/Blush-Tee-Bass-Pro-Graphic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7_Blush-Tee-Bass-Pro-Graphic/Blush-Tee-Bass-Pro-Graphic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7_Blush-Tee-Bass-Pro-Graphic/Blush-Tee-Bass-Pro-Graphic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DSRG 13 / AFS-4344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Organic Cotton, 40% Recycled Polyester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23-03-2026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BLUSH TEE — BASS PRO GRAPHIC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DSRG 13 / AFS-4344  ·  60% Organic Cotton, 40% Recycled Polyester  ·  190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8_Cream-Tee-Redhead-Graphic/Cream-Tee-Redhead-Graphic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8_Cream-Tee-Redhead-Graphic/Cream-Tee-Redhead-Graphic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8_Cream-Tee-Redhead-Graphic/Cream-Tee-Redhead-Graphic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BPNL-02 / BPSC-362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Organic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24-03-2026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 TEE — REDHEAD GRAPHIC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BPNL-02 / BPSC-362  ·  100% Organic Cotton  ·  180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09_White-Tee-Palm-Tree-Graphic/White-Tee-Palm-Tree-Graphic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09_White-Tee-Palm-Tree-Graphic/White-Tee-Palm-Tree-Graphic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09_White-Tee-Palm-Tree-Graphic/White-Tee-Palm-Tree-Graphic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DEV-001 / BPSC-360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Organic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24-03-2026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Text 15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TEE — PALM TREE &amp; BEAUT CITINE GRAPHIC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DEV-001 / BPSC-360  ·  100% Organic Cotton  ·  190 GSM</a:t>
            </a:r>
            <a:endParaRPr lang="en-US" sz="900" dirty="0"/>
          </a:p>
        </p:txBody>
      </p:sp>
      <p:pic>
        <p:nvPicPr>
          <p:cNvPr id="22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10_Chocolate-Tee-London-Emboss/Chocolate-Tee-London-Emboss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10_Chocolate-Tee-London-Emboss/Chocolate-Tee-London-Emboss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10_Chocolate-Tee-London-Emboss/Chocolate-Tee-London-Emboss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SPL-PE EMBOSSED TEE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Organic Cotton, 30% Recycled Polyester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AFS-4342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CHOCOLATE TEE — LONDON EMBOSS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SPL-PE EMBOSSED TEE  ·  70% Organic Cotton, 30% Recycled Polyester  ·  275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11_Gray-Melange-Polo-Black-Collar/Gray-Melange-Polo-Black-Collar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11_Gray-Melange-Polo-Black-Collar/Gray-Melange-Polo-Black-Collar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11_Gray-Melange-Polo-Black-Collar/Gray-Melange-Polo-Black-Collar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AND-642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Organic Cotton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MOPA-124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 MELANGE POLO — BLACK COLLAR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AND-642  ·  100% Organic Cotton  ·  265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12_Gray-Terry-Polo-Stripe-Trim/Gray-Terry-Polo-Stripe-Trim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12_Gray-Terry-Polo-Stripe-Trim/Gray-Terry-Polo-Stripe-Trim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12_Gray-Terry-Polo-Stripe-Trim/Gray-Terry-Polo-Stripe-Trim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AND-5127-RJ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Cotton / Recycled Polyester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AFS-4189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 TERRY POLO — STRIPE TRIM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AND-5127-RJ  ·  Organic Cotton / Recycled Polyester  ·  300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peaceful-davinci/elements_processed/Style_13_Khaki-Tee-Plain-Crewneck/Khaki-Tee-Plain-Crewneck_front-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356616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pic>
        <p:nvPicPr>
          <p:cNvPr id="4" name="Image 1" descr="/sessions/nifty-peaceful-davinci/elements_processed/Style_13_Khaki-Tee-Plain-Crewneck/Khaki-Tee-Plain-Crewneck_back-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280160"/>
            <a:ext cx="3108960" cy="448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00" dirty="0"/>
          </a:p>
        </p:txBody>
      </p:sp>
      <p:pic>
        <p:nvPicPr>
          <p:cNvPr id="6" name="Image 2" descr="/sessions/nifty-peaceful-davinci/elements_processed/Style_13_Khaki-Tee-Plain-Crewneck/Khaki-Tee-Plain-Crewneck_detail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1280160"/>
            <a:ext cx="4343400" cy="2377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370332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8" name="Shape 3"/>
          <p:cNvSpPr/>
          <p:nvPr/>
        </p:nvSpPr>
        <p:spPr>
          <a:xfrm>
            <a:off x="7498080" y="3877056"/>
            <a:ext cx="4343400" cy="16459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9" name="Text 4"/>
          <p:cNvSpPr/>
          <p:nvPr/>
        </p:nvSpPr>
        <p:spPr>
          <a:xfrm>
            <a:off x="7498080" y="39502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54964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ZA-BOG-013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498080" y="4187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549640" y="4187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Organic Cotton, 49% Recycled Polyester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498080" y="44256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549640" y="4425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 g/m²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498080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54964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AFS-4314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498080" y="4901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49640" y="49011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23-03-2026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1645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188720" y="201168"/>
            <a:ext cx="18288" cy="5943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17"/>
          <p:cNvSpPr/>
          <p:nvPr/>
        </p:nvSpPr>
        <p:spPr>
          <a:xfrm>
            <a:off x="1325880" y="201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KHAKI TEE — PLAIN CREWNECK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2588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ZA-BOG-013  ·  51% Organic Cotton, 49% Recycled Polyester  ·  233 GSM</a:t>
            </a:r>
            <a:endParaRPr lang="en-US" sz="900" dirty="0"/>
          </a:p>
        </p:txBody>
      </p:sp>
      <p:pic>
        <p:nvPicPr>
          <p:cNvPr id="24" name="Image 3" descr="/sessions/nifty-peaceful-davinci/mnt/WhatsApp Unknown 2026-03-12 at 6.41.15 PM/asmara-logo-no-b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82880"/>
            <a:ext cx="164592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" y="6620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ASMARA INDIA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0" y="6620256"/>
            <a:ext cx="1186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Asmara Elements Collection</dc:title>
  <dc:subject>Garment Catalog</dc:subject>
  <dc:creator>PptxGenJS</dc:creator>
  <cp:lastModifiedBy>PptxGenJS</cp:lastModifiedBy>
  <cp:revision>1</cp:revision>
  <dcterms:created xsi:type="dcterms:W3CDTF">2026-04-07T09:35:09Z</dcterms:created>
  <dcterms:modified xsi:type="dcterms:W3CDTF">2026-04-07T09:35:09Z</dcterms:modified>
</cp:coreProperties>
</file>